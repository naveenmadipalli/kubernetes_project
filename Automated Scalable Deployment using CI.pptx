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sldIdLst>
    <p:sldId id="266" r:id="rId5"/>
    <p:sldId id="260" r:id="rId6"/>
    <p:sldId id="272" r:id="rId7"/>
    <p:sldId id="261" r:id="rId8"/>
    <p:sldId id="275" r:id="rId9"/>
    <p:sldId id="265" r:id="rId10"/>
    <p:sldId id="262" r:id="rId11"/>
    <p:sldId id="277" r:id="rId12"/>
    <p:sldId id="274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16DA210-FB5B-4158-B5E0-FEB733F419B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09" autoAdjust="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81C89-AC0D-4BFF-9223-D3157C1DDC5B}" type="datetimeFigureOut">
              <a:rPr lang="en-US" smtClean="0"/>
              <a:t>4/24/2025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3D7A2-C585-48BF-BF8C-C21FDC051F7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662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3D7A2-C585-48BF-BF8C-C21FDC051F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943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480" y="1554480"/>
            <a:ext cx="9052560" cy="2377440"/>
          </a:xfrm>
        </p:spPr>
        <p:txBody>
          <a:bodyPr anchor="t">
            <a:noAutofit/>
          </a:bodyPr>
          <a:lstStyle>
            <a:lvl1pPr algn="l">
              <a:defRPr sz="54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480" y="4242816"/>
            <a:ext cx="9052560" cy="1188720"/>
          </a:xfrm>
        </p:spPr>
        <p:txBody>
          <a:bodyPr anchor="b">
            <a:normAutofit/>
          </a:bodyPr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  <a:solidFill>
            <a:schemeClr val="tx1"/>
          </a:solidFill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923976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4297680" cy="576072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685800"/>
            <a:ext cx="5212080" cy="5760720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253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 0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480" y="2871216"/>
            <a:ext cx="9052560" cy="2523744"/>
          </a:xfrm>
        </p:spPr>
        <p:txBody>
          <a:bodyPr anchor="b">
            <a:no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480" y="1554480"/>
            <a:ext cx="9052560" cy="1097280"/>
          </a:xfrm>
        </p:spPr>
        <p:txBody>
          <a:bodyPr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  <a:solidFill>
            <a:schemeClr val="tx1"/>
          </a:solidFill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7589068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731520"/>
            <a:ext cx="5261776" cy="3200400"/>
          </a:xfrm>
        </p:spPr>
        <p:txBody>
          <a:bodyPr anchor="b">
            <a:normAutofit/>
          </a:bodyPr>
          <a:lstStyle>
            <a:lvl1pPr algn="l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956278"/>
            <a:ext cx="5261775" cy="2167128"/>
          </a:xfrm>
        </p:spPr>
        <p:txBody>
          <a:bodyPr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5ED42FA-5CCA-F252-5E46-7B0091BCC8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89904" y="768096"/>
            <a:ext cx="4480560" cy="449884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6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315151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4663440" cy="237744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685800"/>
            <a:ext cx="5212080" cy="2377440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95DBE8-6B89-8EA5-868B-87356D3FAF8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71600" y="3209544"/>
            <a:ext cx="10204704" cy="3227832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730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0" y="685800"/>
            <a:ext cx="5212080" cy="2103120"/>
          </a:xfrm>
        </p:spPr>
        <p:txBody>
          <a:bodyPr anchor="b"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6D8770C-634E-CA21-85DC-41D4395BF5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1600" y="768096"/>
            <a:ext cx="3776472" cy="53400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2999232"/>
            <a:ext cx="5212080" cy="3310128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28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4663440" cy="576072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685800"/>
            <a:ext cx="5212080" cy="2651760"/>
          </a:xfrm>
        </p:spPr>
        <p:txBody>
          <a:bodyPr/>
          <a:lstStyle>
            <a:lvl1pPr marL="0" indent="0">
              <a:buSzPct val="70000"/>
              <a:buNone/>
              <a:defRPr/>
            </a:lvl1pPr>
            <a:lvl2pPr marL="384048" indent="-384048">
              <a:buSzPct val="70000"/>
              <a:buFont typeface="Franklin Gothic Book" panose="020B0503020102020204" pitchFamily="34" charset="0"/>
              <a:buChar char="■"/>
              <a:defRPr/>
            </a:lvl2pPr>
            <a:lvl3pPr marL="914400" indent="-384048">
              <a:buSzPct val="70000"/>
              <a:buFont typeface="Franklin Gothic Book" panose="020B0503020102020204" pitchFamily="34" charset="0"/>
              <a:buChar char="–"/>
              <a:defRPr/>
            </a:lvl3pPr>
            <a:lvl4pPr marL="1371600" indent="-384048">
              <a:buSzPct val="70000"/>
              <a:buFont typeface="Franklin Gothic Book" panose="020B0503020102020204" pitchFamily="34" charset="0"/>
              <a:buChar char="■"/>
              <a:defRPr/>
            </a:lvl4pPr>
            <a:lvl5pPr marL="1828800" indent="-384048">
              <a:buSzPct val="70000"/>
              <a:buFont typeface="Franklin Gothic Book" panose="020B0503020102020204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FB8D5A-7E59-4AEA-3F66-398413304E1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360" y="3637722"/>
            <a:ext cx="5212080" cy="2651760"/>
          </a:xfrm>
        </p:spPr>
        <p:txBody>
          <a:bodyPr/>
          <a:lstStyle>
            <a:lvl1pPr marL="0" indent="0">
              <a:buSzPct val="70000"/>
              <a:buNone/>
              <a:defRPr/>
            </a:lvl1pPr>
            <a:lvl2pPr marL="384048" indent="-384048">
              <a:buSzPct val="70000"/>
              <a:buFont typeface="Franklin Gothic Book" panose="020B0503020102020204" pitchFamily="34" charset="0"/>
              <a:buChar char="■"/>
              <a:defRPr/>
            </a:lvl2pPr>
            <a:lvl3pPr marL="914400" indent="-384048">
              <a:buSzPct val="70000"/>
              <a:buFont typeface="Franklin Gothic Book" panose="020B0503020102020204" pitchFamily="34" charset="0"/>
              <a:buChar char="–"/>
              <a:defRPr/>
            </a:lvl3pPr>
            <a:lvl4pPr marL="1371600" indent="-384048">
              <a:buSzPct val="70000"/>
              <a:buFont typeface="Franklin Gothic Book" panose="020B0503020102020204" pitchFamily="34" charset="0"/>
              <a:buChar char="■"/>
              <a:defRPr/>
            </a:lvl4pPr>
            <a:lvl5pPr marL="1828800" indent="-384048">
              <a:buSzPct val="70000"/>
              <a:buFont typeface="Franklin Gothic Book" panose="020B0503020102020204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7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10149840" cy="164592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95DBE8-6B89-8EA5-868B-87356D3FAF8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426464" y="2743200"/>
            <a:ext cx="10149840" cy="3456432"/>
          </a:xfrm>
        </p:spPr>
        <p:txBody>
          <a:bodyPr/>
          <a:lstStyle>
            <a:lvl1pPr>
              <a:buSzPct val="70000"/>
              <a:defRPr/>
            </a:lvl1pPr>
            <a:lvl3pPr>
              <a:buSzPct val="70000"/>
              <a:defRPr/>
            </a:lvl3pPr>
            <a:lvl5pPr>
              <a:buSzPct val="7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273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4480" y="1554480"/>
            <a:ext cx="5577840" cy="3840480"/>
          </a:xfrm>
        </p:spPr>
        <p:txBody>
          <a:bodyPr anchor="t">
            <a:noAutofit/>
          </a:bodyPr>
          <a:lstStyle>
            <a:lvl1pPr algn="l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5ED42FA-5CCA-F252-5E46-7B0091BCC8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53528" y="768096"/>
            <a:ext cx="3776472" cy="53400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 6">
            <a:extLst>
              <a:ext uri="{FF2B5EF4-FFF2-40B4-BE49-F238E27FC236}">
                <a16:creationId xmlns:a16="http://schemas.microsoft.com/office/drawing/2014/main" id="{6EBE1C39-C107-91D5-DD19-349AD1A9DEAD}"/>
              </a:ext>
            </a:extLst>
          </p:cNvPr>
          <p:cNvSpPr/>
          <p:nvPr userDrawn="1"/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456487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3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4663440" cy="5760720"/>
          </a:xfrm>
        </p:spPr>
        <p:txBody>
          <a:bodyPr>
            <a:normAutofit/>
          </a:bodyPr>
          <a:lstStyle>
            <a:lvl1pPr>
              <a:defRPr sz="3600" b="1" spc="1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0" y="685800"/>
            <a:ext cx="5212080" cy="2651760"/>
          </a:xfrm>
        </p:spPr>
        <p:txBody>
          <a:bodyPr/>
          <a:lstStyle>
            <a:lvl1pPr marL="0" indent="0">
              <a:buSzPct val="70000"/>
              <a:buNone/>
              <a:defRPr/>
            </a:lvl1pPr>
            <a:lvl2pPr marL="384048" indent="-384048">
              <a:buSzPct val="70000"/>
              <a:buFont typeface="Franklin Gothic Book" panose="020B0503020102020204" pitchFamily="34" charset="0"/>
              <a:buChar char="■"/>
              <a:defRPr/>
            </a:lvl2pPr>
            <a:lvl3pPr marL="914400" indent="-384048">
              <a:buSzPct val="70000"/>
              <a:buFont typeface="Franklin Gothic Book" panose="020B0503020102020204" pitchFamily="34" charset="0"/>
              <a:buChar char="–"/>
              <a:defRPr/>
            </a:lvl3pPr>
            <a:lvl4pPr marL="1371600" indent="-384048">
              <a:buSzPct val="70000"/>
              <a:buFont typeface="Franklin Gothic Book" panose="020B0503020102020204" pitchFamily="34" charset="0"/>
              <a:buChar char="■"/>
              <a:defRPr/>
            </a:lvl4pPr>
            <a:lvl5pPr marL="1828800" indent="-384048">
              <a:buSzPct val="70000"/>
              <a:buFont typeface="Franklin Gothic Book" panose="020B0503020102020204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FB8D5A-7E59-4AEA-3F66-398413304E1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360" y="3637722"/>
            <a:ext cx="5212080" cy="2651760"/>
          </a:xfrm>
        </p:spPr>
        <p:txBody>
          <a:bodyPr/>
          <a:lstStyle>
            <a:lvl1pPr marL="512064" indent="-512064">
              <a:buSzPct val="100000"/>
              <a:buFont typeface="+mj-lt"/>
              <a:buAutoNum type="arabicPeriod"/>
              <a:defRPr/>
            </a:lvl1pPr>
            <a:lvl2pPr marL="1170432" indent="-457200">
              <a:buSzPct val="100000"/>
              <a:buFont typeface="+mj-lt"/>
              <a:buAutoNum type="alphaLcPeriod"/>
              <a:defRPr/>
            </a:lvl2pPr>
            <a:lvl3pPr marL="1645920" indent="-384048">
              <a:buSzPct val="70000"/>
              <a:buFont typeface="+mj-lt"/>
              <a:buAutoNum type="romanLcPeriod"/>
              <a:defRPr/>
            </a:lvl3pPr>
            <a:lvl4pPr marL="2103120" indent="-384048">
              <a:buSzPct val="70000"/>
              <a:buFont typeface="+mj-lt"/>
              <a:buAutoNum type="arabicParenR"/>
              <a:defRPr/>
            </a:lvl4pPr>
            <a:lvl5pPr marL="2743200" indent="-384048">
              <a:buSzPct val="70000"/>
              <a:buFont typeface="+mj-lt"/>
              <a:buAutoNum type="alphaLcParenR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1ED8-AC2E-4560-8CC9-E6292DDF25B6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01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1164FD9-A200-1A27-7217-47AF9DF9F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480" y="1554480"/>
            <a:ext cx="9052560" cy="2377440"/>
          </a:xfrm>
        </p:spPr>
        <p:txBody>
          <a:bodyPr anchor="b">
            <a:noAutofit/>
          </a:bodyPr>
          <a:lstStyle>
            <a:lvl1pPr algn="ctr">
              <a:defRPr sz="54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7048" y="4069080"/>
            <a:ext cx="9144000" cy="1371600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  <a:solidFill>
            <a:schemeClr val="tx1"/>
          </a:solidFill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CB83234-995D-4149-8E1E-BC120E9070D5}" type="datetime1">
              <a:rPr lang="en-US" smtClean="0"/>
              <a:t>4/24/2025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67" r:id="rId4"/>
    <p:sldLayoutId id="2147483671" r:id="rId5"/>
    <p:sldLayoutId id="2147483672" r:id="rId6"/>
    <p:sldLayoutId id="2147483674" r:id="rId7"/>
    <p:sldLayoutId id="2147483675" r:id="rId8"/>
    <p:sldLayoutId id="2147483676" r:id="rId9"/>
    <p:sldLayoutId id="2147483677" r:id="rId10"/>
    <p:sldLayoutId id="2147483649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b="1" kern="1200" cap="all" spc="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47C47-EF1D-4B02-906B-219155AD8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480" y="1554480"/>
            <a:ext cx="9052560" cy="2377440"/>
          </a:xfrm>
        </p:spPr>
        <p:txBody>
          <a:bodyPr anchor="t" anchorCtr="0">
            <a:normAutofit/>
          </a:bodyPr>
          <a:lstStyle/>
          <a:p>
            <a:r>
              <a:rPr lang="en-US" sz="4000" dirty="0">
                <a:latin typeface="Aharoni" panose="02010803020104030203" pitchFamily="2" charset="-79"/>
                <a:cs typeface="Aharoni" panose="02010803020104030203" pitchFamily="2" charset="-79"/>
              </a:rPr>
              <a:t>Automated Scalable Deployment using CI/CD Pipeline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A0527F-C5FD-4E9B-9F21-5D1FBA313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480" y="4242816"/>
            <a:ext cx="9052560" cy="1188720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Naveen</a:t>
            </a:r>
          </a:p>
        </p:txBody>
      </p:sp>
    </p:spTree>
    <p:extLst>
      <p:ext uri="{BB962C8B-B14F-4D97-AF65-F5344CB8AC3E}">
        <p14:creationId xmlns:p14="http://schemas.microsoft.com/office/powerpoint/2010/main" val="745576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297680" cy="5760720"/>
          </a:xfrm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0" y="685800"/>
            <a:ext cx="5212080" cy="5760720"/>
          </a:xfrm>
          <a:noFill/>
        </p:spPr>
        <p:txBody>
          <a:bodyPr/>
          <a:lstStyle/>
          <a:p>
            <a:r>
              <a:rPr lang="en-IN" dirty="0"/>
              <a:t>Introduction to the Project</a:t>
            </a:r>
          </a:p>
          <a:p>
            <a:r>
              <a:rPr lang="en-IN" dirty="0"/>
              <a:t>Tools and Technologies Used</a:t>
            </a:r>
          </a:p>
          <a:p>
            <a:r>
              <a:rPr lang="en-US" sz="2000" dirty="0"/>
              <a:t>Server Setup in AWS EC2</a:t>
            </a:r>
          </a:p>
          <a:p>
            <a:r>
              <a:rPr lang="en-US" dirty="0"/>
              <a:t>What files I wrote and why?</a:t>
            </a:r>
          </a:p>
          <a:p>
            <a:r>
              <a:rPr lang="en-US" dirty="0"/>
              <a:t>Jenkins Pipeline – Step by Step</a:t>
            </a:r>
            <a:endParaRPr lang="en-IN" dirty="0"/>
          </a:p>
          <a:p>
            <a:r>
              <a:rPr lang="en-IN" dirty="0"/>
              <a:t>Step-by-Step Workflow</a:t>
            </a:r>
          </a:p>
          <a:p>
            <a:r>
              <a:rPr lang="en-IN" dirty="0"/>
              <a:t>Diagram Explanation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2DD6-F512-26F3-A86D-DF4AF2256E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480" y="2400300"/>
            <a:ext cx="9052560" cy="2523744"/>
          </a:xfrm>
        </p:spPr>
        <p:txBody>
          <a:bodyPr/>
          <a:lstStyle/>
          <a:p>
            <a:pPr algn="l"/>
            <a:r>
              <a:rPr lang="en-US" sz="2000" dirty="0"/>
              <a:t>My project is about automating the process of deploying a web application using a CI/CD pipeline. Instead of doing everything manually—like building the app, creating images, sending files, and deploying it—I built a system that does </a:t>
            </a:r>
            <a:r>
              <a:rPr lang="en-US" sz="2000" b="1" dirty="0"/>
              <a:t>everything automatically</a:t>
            </a:r>
            <a:r>
              <a:rPr lang="en-US" sz="2000" dirty="0"/>
              <a:t> from the moment a developer commits code to GitHub.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8B0FA-B731-5A4B-D795-1F3C45DC9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480" y="1554480"/>
            <a:ext cx="9052560" cy="1097280"/>
          </a:xfrm>
        </p:spPr>
        <p:txBody>
          <a:bodyPr>
            <a:normAutofit/>
          </a:bodyPr>
          <a:lstStyle/>
          <a:p>
            <a:r>
              <a:rPr lang="en-IN" dirty="0"/>
              <a:t>Introduction to the Project</a:t>
            </a:r>
          </a:p>
        </p:txBody>
      </p:sp>
    </p:spTree>
    <p:extLst>
      <p:ext uri="{BB962C8B-B14F-4D97-AF65-F5344CB8AC3E}">
        <p14:creationId xmlns:p14="http://schemas.microsoft.com/office/powerpoint/2010/main" val="2078675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297680" cy="5760720"/>
          </a:xfrm>
          <a:noFill/>
        </p:spPr>
        <p:txBody>
          <a:bodyPr>
            <a:noAutofit/>
          </a:bodyPr>
          <a:lstStyle/>
          <a:p>
            <a:r>
              <a:rPr lang="en-IN" dirty="0"/>
              <a:t>Tools and Technologies Used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E1932C3-3CAB-A442-3DBB-6B2A7159AD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14775" y="2520766"/>
            <a:ext cx="7458076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Source code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Jenkins: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Automation server (CI/CD)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containerize the app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Hub: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Docker images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Ansible: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Automation tool for remote commands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Kubernetes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Minikube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deploying the container as pods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AWS EC2: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hosting Jenkins, Ansible, and Kubernetes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01EE-C508-5704-DEF8-AD2F27E3C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479" y="1554480"/>
            <a:ext cx="9046845" cy="3840480"/>
          </a:xfrm>
        </p:spPr>
        <p:txBody>
          <a:bodyPr anchor="t" anchorCtr="0"/>
          <a:lstStyle/>
          <a:p>
            <a:pPr>
              <a:lnSpc>
                <a:spcPct val="150000"/>
              </a:lnSpc>
              <a:buNone/>
            </a:pPr>
            <a:r>
              <a:rPr lang="en-US" sz="2400" dirty="0"/>
              <a:t>Server Setup in AWS EC2</a:t>
            </a:r>
            <a:br>
              <a:rPr lang="en-US" sz="2400" dirty="0"/>
            </a:br>
            <a:br>
              <a:rPr lang="en-US" sz="2400" dirty="0"/>
            </a:br>
            <a:r>
              <a:rPr lang="en-US" sz="2000" dirty="0"/>
              <a:t>I used 3 EC2 instances:</a:t>
            </a:r>
            <a:br>
              <a:rPr lang="en-US" sz="2000" dirty="0"/>
            </a:br>
            <a:r>
              <a:rPr lang="en-US" sz="2000" b="1" dirty="0"/>
              <a:t>Jenkins Server</a:t>
            </a:r>
            <a:r>
              <a:rPr lang="en-US" sz="2000" dirty="0"/>
              <a:t> – to manage the pipeline</a:t>
            </a:r>
            <a:br>
              <a:rPr lang="en-US" sz="2000" dirty="0"/>
            </a:br>
            <a:r>
              <a:rPr lang="en-US" sz="2000" b="1" dirty="0"/>
              <a:t>Ansible Server</a:t>
            </a:r>
            <a:r>
              <a:rPr lang="en-US" sz="2000" dirty="0"/>
              <a:t> – to build images and trigger deployments</a:t>
            </a:r>
            <a:br>
              <a:rPr lang="en-US" sz="2000" dirty="0"/>
            </a:br>
            <a:r>
              <a:rPr lang="en-US" sz="2000" b="1" dirty="0"/>
              <a:t>WebApp Server</a:t>
            </a:r>
            <a:r>
              <a:rPr lang="en-US" sz="2000" dirty="0"/>
              <a:t> – hosts Kubernetes using </a:t>
            </a:r>
            <a:r>
              <a:rPr lang="en-US" sz="2000" dirty="0" err="1"/>
              <a:t>Minikube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274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168592"/>
            <a:ext cx="8029575" cy="2103120"/>
          </a:xfrm>
          <a:noFill/>
        </p:spPr>
        <p:txBody>
          <a:bodyPr>
            <a:noAutofit/>
          </a:bodyPr>
          <a:lstStyle/>
          <a:p>
            <a:r>
              <a:rPr lang="en-US" dirty="0"/>
              <a:t>What files I wrote and why?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42686A1-7B28-58E9-B83A-B41DB324BB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0806" y="2663459"/>
            <a:ext cx="9450387" cy="1894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Dockerfile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To build the image of my web application (from a free CSS template)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deployment.yml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&amp;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service.yml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Kubernetes configs to deploy and expose my app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ansible.yml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Ansible playbook to run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kubectl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apply and deploy on Kubernetes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Jenkinsfile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(Pipeline Script):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 Automates every step from GitHub to Kubernetes</a:t>
            </a: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663440" cy="5760720"/>
          </a:xfrm>
          <a:noFill/>
        </p:spPr>
        <p:txBody>
          <a:bodyPr>
            <a:noAutofit/>
          </a:bodyPr>
          <a:lstStyle/>
          <a:p>
            <a:r>
              <a:rPr lang="en-US" dirty="0"/>
              <a:t>Jenkins Pipeline – Step by 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013" y="2300287"/>
            <a:ext cx="7443787" cy="5915025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IN" b="1" dirty="0"/>
              <a:t>1 .Git Checkout</a:t>
            </a:r>
            <a:r>
              <a:rPr lang="en-IN" dirty="0"/>
              <a:t> – gets the latest code</a:t>
            </a:r>
          </a:p>
          <a:p>
            <a:r>
              <a:rPr lang="en-IN" b="1" dirty="0"/>
              <a:t>2 .Send Files to Ansible</a:t>
            </a:r>
            <a:r>
              <a:rPr lang="en-IN" dirty="0"/>
              <a:t> – transfers the </a:t>
            </a:r>
            <a:r>
              <a:rPr lang="en-IN" dirty="0" err="1"/>
              <a:t>Dockerfile</a:t>
            </a:r>
            <a:r>
              <a:rPr lang="en-IN" dirty="0"/>
              <a:t> and app files</a:t>
            </a:r>
          </a:p>
          <a:p>
            <a:r>
              <a:rPr lang="en-IN" b="1" dirty="0"/>
              <a:t>3 .Build Docker Image</a:t>
            </a:r>
            <a:r>
              <a:rPr lang="en-IN" dirty="0"/>
              <a:t> – builds it on the Ansible server</a:t>
            </a:r>
          </a:p>
          <a:p>
            <a:r>
              <a:rPr lang="en-IN" b="1" dirty="0"/>
              <a:t>4 .Tag &amp; Push Image</a:t>
            </a:r>
            <a:r>
              <a:rPr lang="en-IN" dirty="0"/>
              <a:t> – tags and uploads it to </a:t>
            </a:r>
            <a:r>
              <a:rPr lang="en-IN" dirty="0" err="1"/>
              <a:t>DockerHub</a:t>
            </a:r>
            <a:endParaRPr lang="en-IN" dirty="0"/>
          </a:p>
          <a:p>
            <a:r>
              <a:rPr lang="en-IN" b="1" dirty="0"/>
              <a:t>5 .Copy to Kubernetes</a:t>
            </a:r>
            <a:r>
              <a:rPr lang="en-IN" dirty="0"/>
              <a:t> – sends Kubernetes YAML files</a:t>
            </a:r>
          </a:p>
          <a:p>
            <a:r>
              <a:rPr lang="en-IN" b="1" dirty="0"/>
              <a:t>6 .Deploy with Ansible</a:t>
            </a:r>
            <a:r>
              <a:rPr lang="en-IN" dirty="0"/>
              <a:t> – runs Ansible playbook to deploy</a:t>
            </a:r>
          </a:p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67CE59-91BA-2679-3D84-3B280C9F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B45D-E2A1-3317-FC2D-09B2CA8C1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4297680" cy="5760720"/>
          </a:xfrm>
          <a:noFill/>
        </p:spPr>
        <p:txBody>
          <a:bodyPr>
            <a:noAutofit/>
          </a:bodyPr>
          <a:lstStyle/>
          <a:p>
            <a:r>
              <a:rPr lang="en-IN" dirty="0"/>
              <a:t>Step-by-Step Workflow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3579EAE-2D60-7D86-FF0C-D62F119DC1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7363" y="2039016"/>
            <a:ext cx="9615487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 pushes code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 sends a message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Jenkins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webhook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Jenkins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receives the message and starts building the project.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Jenkins sends the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Ansible server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Ansible server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builds a Docker image of the web app.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Ansible tags the image and pushes it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Hub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Then, Ansible connects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Kubernetes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deploys the Docker image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kubectl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commands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running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Ansible playbook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Finally, the web app runs inside a container in Kubernetes, and we can access it using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410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BCEBA2-3D8F-552D-5443-226FAF284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19" y="3956278"/>
            <a:ext cx="5261775" cy="2167128"/>
          </a:xfrm>
        </p:spPr>
        <p:txBody>
          <a:bodyPr>
            <a:normAutofit/>
          </a:bodyPr>
          <a:lstStyle/>
          <a:p>
            <a:r>
              <a:rPr lang="en-US" dirty="0"/>
              <a:t>Unlocking new horizons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A79F54-2258-76E7-3A35-2E66D2646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842962"/>
            <a:ext cx="10126981" cy="476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8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FD43-B4C9-8C9C-1C01-65BAACF12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AA1EB-BC03-4C31-388A-F7A250FC50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17994093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357615_win32_EF_v3" id="{E0D2F1F9-7AB8-4CD0-BAF5-572B3B8BE236}" vid="{36B7CD22-9CE9-4A36-A2A9-2F6B82431D8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648BEDAE-AC7E-4F41-A2BD-A46A860958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45FB24-BEC6-4D44-888B-84AEBBA2DC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D9A38F-9A2C-42E5-9013-4C4B1FFCB4F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Crop design</Template>
  <TotalTime>81</TotalTime>
  <Words>449</Words>
  <Application>Microsoft Office PowerPoint</Application>
  <PresentationFormat>Widescreen</PresentationFormat>
  <Paragraphs>47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Aharoni</vt:lpstr>
      <vt:lpstr>Aptos Narrow</vt:lpstr>
      <vt:lpstr>Arial</vt:lpstr>
      <vt:lpstr>Calibri</vt:lpstr>
      <vt:lpstr>Franklin Gothic Book</vt:lpstr>
      <vt:lpstr>Crop</vt:lpstr>
      <vt:lpstr>Automated Scalable Deployment using CI/CD Pipeline</vt:lpstr>
      <vt:lpstr>Agenda</vt:lpstr>
      <vt:lpstr>My project is about automating the process of deploying a web application using a CI/CD pipeline. Instead of doing everything manually—like building the app, creating images, sending files, and deploying it—I built a system that does everything automatically from the moment a developer commits code to GitHub.</vt:lpstr>
      <vt:lpstr>Tools and Technologies Used</vt:lpstr>
      <vt:lpstr>Server Setup in AWS EC2  I used 3 EC2 instances: Jenkins Server – to manage the pipeline Ansible Server – to build images and trigger deployments WebApp Server – hosts Kubernetes using Minikube </vt:lpstr>
      <vt:lpstr>What files I wrote and why?</vt:lpstr>
      <vt:lpstr>Jenkins Pipeline – Step by Step</vt:lpstr>
      <vt:lpstr>Step-by-Step Workflow</vt:lpstr>
      <vt:lpstr>PowerPoint Presentation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 Naveen`s</dc:creator>
  <cp:lastModifiedBy>@ Naveen`s</cp:lastModifiedBy>
  <cp:revision>2</cp:revision>
  <dcterms:created xsi:type="dcterms:W3CDTF">2025-04-24T04:41:12Z</dcterms:created>
  <dcterms:modified xsi:type="dcterms:W3CDTF">2025-04-24T06:05:36Z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